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305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1F3A5F"/>
                </a:solidFill>
              </a:rPr>
              <a:t>ЖИЗНЕННЫЙ ЦИКЛ ИС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</a:rPr>
              <a:t>Этапы жизненного цикла ИС:</a:t>
            </a:r>
          </a:p>
          <a:p>
            <a:pPr algn="ctr">
              <a:spcAft>
                <a:spcPts val="800"/>
              </a:spcAft>
            </a:pPr>
            <a:r>
              <a:rPr sz="2400" b="1">
                <a:solidFill>
                  <a:srgbClr val="2E74B5"/>
                </a:solidFill>
              </a:rPr>
              <a:t>реализация, внедрение, эксплуатация, сопровождение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</a:rPr>
              <a:t>Этап «Реализация»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5394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333333"/>
                </a:solidFill>
              </a:rPr>
              <a:t>▪  Рабочее проектирование: проектные решения превращаются в готовый программный продукт.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33333"/>
                </a:solidFill>
              </a:rPr>
              <a:t>▪  Основные работы: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    –  разработка ПО — написание кода модулей, разработка и адаптация программных пакетов;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    –  создание информационной базы — наполнение БД, подготовка нормативно-справочной информации;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    –  проектирование интерфейсов — пользовательский интерфейс, отчёты, авторизация доступа;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    –  интеграция компонентов — объединение модулей в единую систему;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    –  тестирование и отладка — модульное и интеграционное тестирование, исправление ошибок;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    –  документирование — руководства и инструкции для персонала.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33333"/>
                </a:solidFill>
              </a:rPr>
              <a:t>▪  Тестировщики привлекаются с ранних этапов; управление конфигурацией контролирует версии.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33333"/>
                </a:solidFill>
              </a:rPr>
              <a:t>▪  Результат: рабочий проект — система, готовая к внедрению.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</a:rPr>
              <a:t>Этап «Внедрение» (ввод в действие)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5394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333333"/>
                </a:solidFill>
              </a:rPr>
              <a:t>▪  Передача системы заказчику и ввод в промышленную эксплуатацию.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33333"/>
                </a:solidFill>
              </a:rPr>
              <a:t>▪  Состав работ: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    –  подготовка объекта автоматизации к вводу системы;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    –  подготовка и обучение персонала;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    –  комплектация поставляемыми программными и техническими средствами;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    –  строительно-монтажные и пусконаладочные работы;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    –  проведение испытаний и оформление акта приёмо-сдаточных испытаний.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33333"/>
                </a:solidFill>
              </a:rPr>
              <a:t>▪  Внедрение: одномоментное или поэтапное (пилотное) по подразделениям объекта.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33333"/>
                </a:solidFill>
              </a:rPr>
              <a:t>▪  Цель испытаний — проверить систему в реальных условиях и решить вопрос о приёмке.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</a:rPr>
              <a:t>Виды испытаний и стратегии внедрения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5394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333333"/>
                </a:solidFill>
              </a:rPr>
              <a:t>▪  Предварительные испытания: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    –  проверка работоспособности системы после отладки;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    –  решение вопроса о приёмке в опытную эксплуатацию.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33333"/>
                </a:solidFill>
              </a:rPr>
              <a:t>▪  Опытная эксплуатация: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    –  работа в реальных условиях, ограниченный объём данных;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    –  определение фактической эффективности и готовности персонала;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    –  корректировка документации при необходимости.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33333"/>
                </a:solidFill>
              </a:rPr>
              <a:t>▪  Приёмочные испытания: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    –  соответствие системы техническому заданию;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    –  решение о приёмке в промышленную эксплуатацию.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33333"/>
                </a:solidFill>
              </a:rPr>
              <a:t>▪  Испытания бывают автономные (часть системы) и комплексные (система в целом).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33333"/>
                </a:solidFill>
              </a:rPr>
              <a:t>▪  Стратегии: одномоментный ввод, поэтапное (пилотное) внедрение, параллельная работа.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</a:rPr>
              <a:t>Этап «Эксплуатация»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5394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333333"/>
                </a:solidFill>
              </a:rPr>
              <a:t>▪  Самый продолжительный этап ЖЦ — повседневное функционирование системы.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33333"/>
                </a:solidFill>
              </a:rPr>
              <a:t>▪  Основные работы: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    –  обеспечение непрерывной работы — мониторинг производительности и доступности;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    –  администрирование — учётные записи, права доступа, ведение справочников;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    –  сохранность данных — резервное копирование, восстановление после сбоев;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    –  сбор статистики и рекламаций о функционировании системы;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    –  исправление выявленных ошибок и недоработок;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    –  обслуживание технических средств — профилактика и модернизация.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33333"/>
                </a:solidFill>
              </a:rPr>
              <a:t>▪  Потребительские свойства: функциональная полнота, надёжность, адаптивность, эффективность.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33333"/>
                </a:solidFill>
              </a:rPr>
              <a:t>▪  Оператор — организация, выполняющая эксплуатационное обслуживание системы.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</a:rPr>
              <a:t>Этап «Сопровождение»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5394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333333"/>
                </a:solidFill>
              </a:rPr>
              <a:t>▪  Начинается после внедрения и продолжается параллельно с эксплуатацией.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33333"/>
                </a:solidFill>
              </a:rPr>
              <a:t>▪  Содержание работ: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    –  анализ функционирования, выявление отклонений характеристик от проектных;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    –  установление причин отклонений и устранение недостатков;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    –  обеспечение стабильности эксплуатационных характеристик;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    –  внесение изменений в документацию.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33333"/>
                </a:solidFill>
              </a:rPr>
              <a:t>▪  Виды сопровождения (ISO/IEC 12207):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    –  корректирующее — исправление ошибок;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    –  адаптивное — приспособление к новому окружению;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    –  совершенствующее — улучшение и добавление функций;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      –  предупреждающее — профилактика будущих проблем.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33333"/>
                </a:solidFill>
              </a:rPr>
              <a:t>▪  Развитие системы и модернизация запускают новый виток ЖЦ.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33333"/>
                </a:solidFill>
              </a:rPr>
              <a:t>▪  Завершение ЖЦ — снятие с эксплуатации и архивирование данных.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</a:rPr>
              <a:t>Заключение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5394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333333"/>
                </a:solidFill>
              </a:rPr>
              <a:t>▪  ЖЦ ИС охватывает весь путь развития системы — от формирования требований до снятия с эксплуатации.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33333"/>
                </a:solidFill>
              </a:rPr>
              <a:t>▪  Реализация — превращение проектных решений в работающий программный продукт.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33333"/>
                </a:solidFill>
              </a:rPr>
              <a:t>▪  Внедрение — испытания, обучение персонала и ввод системы в промышленную эксплуатацию.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33333"/>
                </a:solidFill>
              </a:rPr>
              <a:t>▪  Эксплуатация — повседневная работа системы и принесение пользы предприятию.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33333"/>
                </a:solidFill>
              </a:rPr>
              <a:t>▪  Сопровождение — обеспечение надёжной работы и развития системы.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33333"/>
                </a:solidFill>
              </a:rPr>
              <a:t>▪  Этапы тесно связаны: качество реализации определяет лёгкость внедрения, а качество внедрения — стабильность эксплуатации.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33333"/>
                </a:solidFill>
              </a:rPr>
              <a:t>▪  Грамотное управление этапами — залог эффективности системы на протяжении многих лет.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651</Words>
  <Application>Microsoft Office PowerPoint</Application>
  <PresentationFormat>Широкоэкранный</PresentationFormat>
  <Paragraphs>70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Саша Бражалович</cp:lastModifiedBy>
  <cp:revision>3</cp:revision>
  <dcterms:created xsi:type="dcterms:W3CDTF">2013-01-27T09:14:16Z</dcterms:created>
  <dcterms:modified xsi:type="dcterms:W3CDTF">2026-09-21T17:24:57Z</dcterms:modified>
  <cp:category/>
</cp:coreProperties>
</file>